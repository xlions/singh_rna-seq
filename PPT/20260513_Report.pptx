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416" r:id="rId7"/>
    <p:sldId id="411" r:id="rId8"/>
    <p:sldId id="412" r:id="rId9"/>
    <p:sldId id="413" r:id="rId10"/>
    <p:sldId id="414" r:id="rId11"/>
    <p:sldId id="415" r:id="rId1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6327" autoAdjust="0"/>
  </p:normalViewPr>
  <p:slideViewPr>
    <p:cSldViewPr snapToGrid="0">
      <p:cViewPr varScale="1">
        <p:scale>
          <a:sx n="113" d="100"/>
          <a:sy n="113" d="100"/>
        </p:scale>
        <p:origin x="208" y="3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3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赵硕 刘" userId="26c660f4dbf5e57a" providerId="LiveId" clId="{8E8492F8-0E95-5CF3-AA8E-9C95AA86E9E6}"/>
    <pc:docChg chg="modSld">
      <pc:chgData name="赵硕 刘" userId="26c660f4dbf5e57a" providerId="LiveId" clId="{8E8492F8-0E95-5CF3-AA8E-9C95AA86E9E6}" dt="2026-05-13T09:16:12.534" v="6" actId="20577"/>
      <pc:docMkLst>
        <pc:docMk/>
      </pc:docMkLst>
      <pc:sldChg chg="modSp mod">
        <pc:chgData name="赵硕 刘" userId="26c660f4dbf5e57a" providerId="LiveId" clId="{8E8492F8-0E95-5CF3-AA8E-9C95AA86E9E6}" dt="2026-05-13T09:16:12.534" v="6" actId="20577"/>
        <pc:sldMkLst>
          <pc:docMk/>
          <pc:sldMk cId="3346685798" sldId="383"/>
        </pc:sldMkLst>
        <pc:spChg chg="mod">
          <ac:chgData name="赵硕 刘" userId="26c660f4dbf5e57a" providerId="LiveId" clId="{8E8492F8-0E95-5CF3-AA8E-9C95AA86E9E6}" dt="2026-05-13T09:16:12.534" v="6" actId="20577"/>
          <ac:spMkLst>
            <pc:docMk/>
            <pc:sldMk cId="3346685798" sldId="383"/>
            <ac:spMk id="2" creationId="{B530BF65-C84B-45C3-72CA-AFDA68851174}"/>
          </ac:spMkLst>
        </pc:spChg>
      </pc:sldChg>
    </pc:docChg>
  </pc:docChgLst>
  <pc:docChgLst>
    <pc:chgData name="赵硕 刘" userId="26c660f4dbf5e57a" providerId="LiveId" clId="{005EDFD2-F7F4-4543-ACC6-9F1BBA6B2DE7}"/>
    <pc:docChg chg="undo custSel addSld modSld">
      <pc:chgData name="赵硕 刘" userId="26c660f4dbf5e57a" providerId="LiveId" clId="{005EDFD2-F7F4-4543-ACC6-9F1BBA6B2DE7}" dt="2026-05-13T02:57:28.548" v="54" actId="20577"/>
      <pc:docMkLst>
        <pc:docMk/>
      </pc:docMkLst>
      <pc:sldChg chg="modSp mod">
        <pc:chgData name="赵硕 刘" userId="26c660f4dbf5e57a" providerId="LiveId" clId="{005EDFD2-F7F4-4543-ACC6-9F1BBA6B2DE7}" dt="2026-05-13T02:57:20.931" v="42" actId="20577"/>
        <pc:sldMkLst>
          <pc:docMk/>
          <pc:sldMk cId="3346685798" sldId="383"/>
        </pc:sldMkLst>
        <pc:spChg chg="mod">
          <ac:chgData name="赵硕 刘" userId="26c660f4dbf5e57a" providerId="LiveId" clId="{005EDFD2-F7F4-4543-ACC6-9F1BBA6B2DE7}" dt="2026-05-13T02:57:20.931" v="42" actId="20577"/>
          <ac:spMkLst>
            <pc:docMk/>
            <pc:sldMk cId="3346685798" sldId="383"/>
            <ac:spMk id="3" creationId="{3B8EBC2C-6DD7-5003-38EB-40753046FE8C}"/>
          </ac:spMkLst>
        </pc:spChg>
      </pc:sldChg>
      <pc:sldChg chg="addSp modSp new mod">
        <pc:chgData name="赵硕 刘" userId="26c660f4dbf5e57a" providerId="LiveId" clId="{005EDFD2-F7F4-4543-ACC6-9F1BBA6B2DE7}" dt="2026-05-13T02:56:19.438" v="16" actId="1076"/>
        <pc:sldMkLst>
          <pc:docMk/>
          <pc:sldMk cId="273402060" sldId="414"/>
        </pc:sldMkLst>
        <pc:spChg chg="mod">
          <ac:chgData name="赵硕 刘" userId="26c660f4dbf5e57a" providerId="LiveId" clId="{005EDFD2-F7F4-4543-ACC6-9F1BBA6B2DE7}" dt="2026-05-13T02:56:06.773" v="10" actId="20577"/>
          <ac:spMkLst>
            <pc:docMk/>
            <pc:sldMk cId="273402060" sldId="414"/>
            <ac:spMk id="2" creationId="{1D586821-DE26-1184-7544-2B251BFF0F05}"/>
          </ac:spMkLst>
        </pc:spChg>
        <pc:picChg chg="add mod">
          <ac:chgData name="赵硕 刘" userId="26c660f4dbf5e57a" providerId="LiveId" clId="{005EDFD2-F7F4-4543-ACC6-9F1BBA6B2DE7}" dt="2026-05-13T02:56:14.078" v="13" actId="1076"/>
          <ac:picMkLst>
            <pc:docMk/>
            <pc:sldMk cId="273402060" sldId="414"/>
            <ac:picMk id="4" creationId="{FA955724-594C-B16A-0BBB-46AE3E72DB36}"/>
          </ac:picMkLst>
        </pc:picChg>
        <pc:picChg chg="add mod">
          <ac:chgData name="赵硕 刘" userId="26c660f4dbf5e57a" providerId="LiveId" clId="{005EDFD2-F7F4-4543-ACC6-9F1BBA6B2DE7}" dt="2026-05-13T02:56:19.438" v="16" actId="1076"/>
          <ac:picMkLst>
            <pc:docMk/>
            <pc:sldMk cId="273402060" sldId="414"/>
            <ac:picMk id="6" creationId="{EDD1F4E5-11F4-45B7-6BA0-D8F3BD365725}"/>
          </ac:picMkLst>
        </pc:picChg>
      </pc:sldChg>
      <pc:sldChg chg="addSp modSp new mod">
        <pc:chgData name="赵硕 刘" userId="26c660f4dbf5e57a" providerId="LiveId" clId="{005EDFD2-F7F4-4543-ACC6-9F1BBA6B2DE7}" dt="2026-05-13T02:56:55.853" v="24"/>
        <pc:sldMkLst>
          <pc:docMk/>
          <pc:sldMk cId="2537568635" sldId="415"/>
        </pc:sldMkLst>
        <pc:spChg chg="mod">
          <ac:chgData name="赵硕 刘" userId="26c660f4dbf5e57a" providerId="LiveId" clId="{005EDFD2-F7F4-4543-ACC6-9F1BBA6B2DE7}" dt="2026-05-13T02:56:51.618" v="22" actId="20577"/>
          <ac:spMkLst>
            <pc:docMk/>
            <pc:sldMk cId="2537568635" sldId="415"/>
            <ac:spMk id="2" creationId="{67F9F6EE-79F8-EB65-5A8B-DDC7CD9BB482}"/>
          </ac:spMkLst>
        </pc:spChg>
        <pc:picChg chg="add mod">
          <ac:chgData name="赵硕 刘" userId="26c660f4dbf5e57a" providerId="LiveId" clId="{005EDFD2-F7F4-4543-ACC6-9F1BBA6B2DE7}" dt="2026-05-13T02:56:55.853" v="24"/>
          <ac:picMkLst>
            <pc:docMk/>
            <pc:sldMk cId="2537568635" sldId="415"/>
            <ac:picMk id="4" creationId="{9D07B842-BB1F-15F8-216A-0CCB4869B2E5}"/>
          </ac:picMkLst>
        </pc:picChg>
      </pc:sldChg>
      <pc:sldChg chg="modSp new mod">
        <pc:chgData name="赵硕 刘" userId="26c660f4dbf5e57a" providerId="LiveId" clId="{005EDFD2-F7F4-4543-ACC6-9F1BBA6B2DE7}" dt="2026-05-13T02:57:28.548" v="54" actId="20577"/>
        <pc:sldMkLst>
          <pc:docMk/>
          <pc:sldMk cId="1740165702" sldId="416"/>
        </pc:sldMkLst>
        <pc:spChg chg="mod">
          <ac:chgData name="赵硕 刘" userId="26c660f4dbf5e57a" providerId="LiveId" clId="{005EDFD2-F7F4-4543-ACC6-9F1BBA6B2DE7}" dt="2026-05-13T02:57:28.548" v="54" actId="20577"/>
          <ac:spMkLst>
            <pc:docMk/>
            <pc:sldMk cId="1740165702" sldId="416"/>
            <ac:spMk id="2" creationId="{B51DB3C3-27BD-7C3B-1783-690178BF212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F32C39B4-1C2F-46CB-8CDC-53823627074F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2026/5/13</a:t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E2C230DF-5933-439D-898F-38E9AC9BA688}" type="slidenum">
              <a:rPr 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页眉占位符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526AB7C-14EB-4F76-BC62-F231A270ACC9}" type="datetime1">
              <a:rPr lang="en-US" altLang="zh-CN" smtClean="0"/>
              <a:pPr/>
              <a:t>5/13/26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89C7E07-3C67-C64C-8DA0-0404F6303970}" type="slidenum">
              <a:rPr lang="en-US" altLang="zh-CN" noProof="0" smtClean="0"/>
              <a:pPr/>
              <a:t>‹#›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zh-CN" smtClean="0"/>
              <a:t>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zh-CN" smtClean="0"/>
              <a:t>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自选图形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8" name="任意多边形(F)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9" name="任意多边形(F)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 spc="5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4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indent="-283464"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42" name="日期占位符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6000" b="1" i="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latin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 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单击图标以添加图片</a:t>
            </a:r>
          </a:p>
        </p:txBody>
      </p: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/>
              <a:t>单击此处添加文本</a:t>
            </a:r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汇总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组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任意多边形(F)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409" y="233855"/>
            <a:ext cx="9778365" cy="620404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9409" y="959613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自选图形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8" name="任意多边形(F)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9" name="任意多边形(F)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zh-CN" sz="20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endParaRPr lang="zh-CN" dirty="0"/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464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486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图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464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表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任意多边形(F)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5" name="任意多边形(F)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7" name="任意多边形(F)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sp>
        <p:nvSpPr>
          <p:cNvPr id="9" name="表格占位符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 rtlCol="0">
            <a:normAutofit/>
          </a:bodyPr>
          <a:lstStyle>
            <a:lvl1pPr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单击图标以添加表格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</a:p>
        </p:txBody>
      </p: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2" name="标题占位符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ea typeface="Microsoft YaHei UI" panose="020B0503020204020204" pitchFamily="34" charset="-122"/>
            </a:endParaRPr>
          </a:p>
        </p:txBody>
      </p:sp>
      <p:sp>
        <p:nvSpPr>
          <p:cNvPr id="32" name="幻灯片编号占位符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zh-CN" sz="4400" b="1" i="0" kern="1200" spc="100" baseline="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r>
              <a:rPr lang="en-GB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Singh RNA-</a:t>
            </a:r>
            <a:r>
              <a:rPr lang="en-GB" altLang="zh-CN" sz="4800" dirty="0" err="1"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r>
              <a:rPr lang="en-GB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Analysis Report</a:t>
            </a:r>
            <a:endParaRPr lang="zh-C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8E8067-EDB2-0414-1ED3-11C0E2E43819}"/>
              </a:ext>
            </a:extLst>
          </p:cNvPr>
          <p:cNvSpPr txBox="1"/>
          <p:nvPr/>
        </p:nvSpPr>
        <p:spPr>
          <a:xfrm>
            <a:off x="6241774" y="4148795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May 2026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Context</a:t>
            </a:r>
            <a:endParaRPr 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/>
              <a:t>Sample Info</a:t>
            </a:r>
          </a:p>
          <a:p>
            <a:pPr rtl="0"/>
            <a:r>
              <a:rPr lang="en-US" altLang="zh-CN" dirty="0"/>
              <a:t>QC</a:t>
            </a:r>
            <a:endParaRPr lang="zh-CN" dirty="0"/>
          </a:p>
          <a:p>
            <a:pPr rtl="0"/>
            <a:r>
              <a:rPr lang="en-US" altLang="zh-CN" dirty="0"/>
              <a:t>Alignment</a:t>
            </a:r>
          </a:p>
          <a:p>
            <a:pPr rtl="0"/>
            <a:r>
              <a:rPr lang="en-US" altLang="zh-CN" dirty="0"/>
              <a:t>Assignment</a:t>
            </a:r>
            <a:endParaRPr lang="zh-CN" dirty="0"/>
          </a:p>
          <a:p>
            <a:pPr rtl="0"/>
            <a:r>
              <a:rPr lang="en-US" altLang="zh-CN" dirty="0"/>
              <a:t>Pre-Process</a:t>
            </a:r>
            <a:endParaRPr lang="zh-CN" dirty="0"/>
          </a:p>
          <a:p>
            <a:pPr rtl="0"/>
            <a:r>
              <a:rPr lang="en-US" altLang="zh-CN" dirty="0"/>
              <a:t>DEGs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DB3C3-27BD-7C3B-1783-690178BF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Sample Info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16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460B4-0C76-533A-2E25-45906021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QC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18394E85-F28D-FCA5-EC37-43BC6FA74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205" y="1595562"/>
            <a:ext cx="3810000" cy="3810000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F2536C57-79F8-AFF6-9C40-D25B75DB5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883" y="1595562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0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1163A-A49C-2620-72D4-155D6431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Alignment</a:t>
            </a:r>
            <a:endParaRPr lang="zh-CN" altLang="en-US" dirty="0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1313880A-D607-E9A5-22A8-015F0BD34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4245" y="1263073"/>
            <a:ext cx="7406082" cy="529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7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EF28-778E-7B82-4D2C-3CF03EE9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65E1B-E5B3-CBA2-BB05-BF6CC73D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60EC5F-653B-C855-F386-F4D2ADE83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686" y="1301558"/>
            <a:ext cx="7766627" cy="51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2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86821-DE26-1184-7544-2B251BFF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Pre-Process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955724-594C-B16A-0BBB-46AE3E72D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4" y="1429322"/>
            <a:ext cx="5486411" cy="45720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D1F4E5-11F4-45B7-6BA0-D8F3BD36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5" y="1346195"/>
            <a:ext cx="5486411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9F6EE-79F8-EB65-5A8B-DDC7CD9BB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DEGs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07B842-BB1F-15F8-216A-0CCB4869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68635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0_TF78853419_Win32.potx" id="{5D2DC102-ACE5-4B12-93A7-1D448F11D1C9}" vid="{6D1E3C48-13E8-4D63-89AC-106DBDAEE8DF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{D852D393-3293-4864-8A07-5FC55924DCF2}TFd3b75063-ff25-434d-b12c-efeaf07d16c3c6814a36_win32-2a74b4bd1761</Template>
  <TotalTime>50</TotalTime>
  <Words>24</Words>
  <Application>Microsoft Macintosh PowerPoint</Application>
  <PresentationFormat>宽屏</PresentationFormat>
  <Paragraphs>17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 UI</vt:lpstr>
      <vt:lpstr>Arial</vt:lpstr>
      <vt:lpstr>自定义</vt:lpstr>
      <vt:lpstr>Singh RNA-Seq Analysis Report</vt:lpstr>
      <vt:lpstr>Context</vt:lpstr>
      <vt:lpstr>Sample Info</vt:lpstr>
      <vt:lpstr>QC</vt:lpstr>
      <vt:lpstr>Alignment</vt:lpstr>
      <vt:lpstr>Assignment</vt:lpstr>
      <vt:lpstr>Pre-Process</vt:lpstr>
      <vt:lpstr>DEGs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</dc:creator>
  <cp:lastModifiedBy>LIU</cp:lastModifiedBy>
  <cp:revision>1</cp:revision>
  <dcterms:created xsi:type="dcterms:W3CDTF">2026-05-13T02:14:49Z</dcterms:created>
  <dcterms:modified xsi:type="dcterms:W3CDTF">2026-05-13T09:16:21Z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